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🏥 MediCare Clinic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8BDF8"/>
                </a:solidFill>
              </a:defRPr>
            </a:pPr>
            <a:r>
              <a:t>QA Hackathon — Team [NUMBER]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[TEAM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Members: [Name 1] · [Name 2] · [Name 3] · [Name 4] · [Name 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CC15"/>
                </a:solidFill>
              </a:defRPr>
            </a:pPr>
            <a:r>
              <a:t>⚠ Replace all [BRACKETED] text with your team's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🐛 Bugs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[XX]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Total bugs discovered across all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🔴  Critical:  [X] bugs    — Example: [Brief description]</a:t>
            </a:r>
          </a:p>
          <a:p>
            <a:pPr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🟠  Major:      [X] bugs    — Example: [Brief description]</a:t>
            </a:r>
          </a:p>
          <a:p>
            <a:pPr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🟡  Minor:       [X] bugs    — Example: [Brief description]</a:t>
            </a:r>
          </a:p>
          <a:p>
            <a:pPr>
              <a:spcBef>
                <a:spcPts val="1200"/>
              </a:spcBef>
              <a:defRPr sz="1800" b="0">
                <a:solidFill>
                  <a:srgbClr val="FFFFFF"/>
                </a:solidFill>
              </a:defRPr>
            </a:pPr>
            <a:r>
              <a:t>⚪  Cosmetic: [X] bugs    — Example: [Brief description]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🔥 Top Critical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1.  [Bug Title]  —  [Module]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Impact: [Describe the impact of this bug]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Steps: [Brief reproduction steps]</a:t>
            </a: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2.  [Bug Title]  —  [Module]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Impact: [Describe the impact of this bug]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Steps: [Brief reproduction steps]</a:t>
            </a: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3.  [Bug Title]  —  [Module]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Impact: [Describe the impact of this bug]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Steps: [Brief reproduction steps]</a:t>
            </a: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4.  [Bug Title]  —  [Module]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Impact: [Describe the impact of this bug]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Steps: [Brief reproduction steps]</a:t>
            </a: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5.  [Bug Title]  —  [Module]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Impact: [Describe the impact of this bug]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   Steps: [Brief reproduction steps]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📋 Test Cases Written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[XX]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Test cases covering multiple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2000" b="0">
                <a:solidFill>
                  <a:srgbClr val="FFFFFF"/>
                </a:solidFill>
              </a:defRPr>
            </a:pPr>
            <a:r>
              <a:t>  ✅  Functional:     [X] test cases</a:t>
            </a:r>
          </a:p>
          <a:p>
            <a:pPr>
              <a:spcBef>
                <a:spcPts val="1000"/>
              </a:spcBef>
              <a:defRPr sz="2000" b="0">
                <a:solidFill>
                  <a:srgbClr val="FFFFFF"/>
                </a:solidFill>
              </a:defRPr>
            </a:pPr>
            <a:r>
              <a:t>  ✅  Security:         [X] test cases</a:t>
            </a:r>
          </a:p>
          <a:p>
            <a:pPr>
              <a:spcBef>
                <a:spcPts val="1000"/>
              </a:spcBef>
              <a:defRPr sz="2000" b="0">
                <a:solidFill>
                  <a:srgbClr val="FFFFFF"/>
                </a:solidFill>
              </a:defRPr>
            </a:pPr>
            <a:r>
              <a:t>  ✅  Performance:  [X] test cases</a:t>
            </a:r>
          </a:p>
          <a:p>
            <a:pPr>
              <a:spcBef>
                <a:spcPts val="1000"/>
              </a:spcBef>
              <a:defRPr sz="2000" b="0">
                <a:solidFill>
                  <a:srgbClr val="FFFFFF"/>
                </a:solidFill>
              </a:defRPr>
            </a:pPr>
            <a:r>
              <a:t>  ✅  Usability:       [X] test cases</a:t>
            </a:r>
          </a:p>
          <a:p>
            <a:pPr>
              <a:spcBef>
                <a:spcPts val="1000"/>
              </a:spcBef>
              <a:defRPr sz="2000" b="0">
                <a:solidFill>
                  <a:srgbClr val="FFFFFF"/>
                </a:solidFill>
              </a:defRPr>
            </a:pPr>
            <a:r>
              <a:t>  ✅  Edge Cases:   [X] test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🤖 UI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Framework: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[Selenium / Playwright / Cypress]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Total automated tests: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[XX]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Pages covered: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[Login, Patients, Appointments, ...]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Key validations: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[Describe what your tests verify]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Code structure: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[Describe test organization]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🧠 AI Tool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Tools used: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[GitHub Copilot / ChatGPT / Claude / etc.]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Bug discovery: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[How AI helped find bugs]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Test generation: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[How AI helped write test cases]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Code generation: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[How AI helped write automation scripts]</a:t>
            </a:r>
          </a:p>
          <a:p>
            <a:pPr>
              <a:spcBef>
                <a:spcPts val="1600"/>
              </a:spcBef>
              <a:defRPr sz="2000" b="1">
                <a:solidFill>
                  <a:srgbClr val="94A3B8"/>
                </a:solidFill>
              </a:defRPr>
            </a:pPr>
            <a:r>
              <a:t>  ▸  Key insight: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</a:defRPr>
            </a:pPr>
            <a:r>
              <a:t>     [Most valuable AI contribution during the hackathon]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📊 Our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⏱  Phase 1 (0–20 min):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      [Exploration / environment setup / initial review]</a:t>
            </a: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⏱  Phase 2 (20–50 min):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      [Bug hunting / test case writing / API testing]</a:t>
            </a: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⏱  Phase 3 (50–75 min):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      [Automation scripting / deep security testing]</a:t>
            </a:r>
          </a:p>
          <a:p>
            <a:pPr>
              <a:spcBef>
                <a:spcPts val="1600"/>
              </a:spcBef>
              <a:defRPr sz="2200" b="1">
                <a:solidFill>
                  <a:srgbClr val="FACC15"/>
                </a:solidFill>
              </a:defRPr>
            </a:pPr>
            <a:r>
              <a:t>  ⏱  Phase 4 (75–90 min):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      [Review / documentation / presentation prep]</a:t>
            </a:r>
          </a:p>
          <a:p>
            <a:pPr>
              <a:spcBef>
                <a:spcPts val="2000"/>
              </a:spcBef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38BDF8"/>
                </a:solidFill>
              </a:defRPr>
            </a:pPr>
            <a:r>
              <a:t>Role Assignments:</a:t>
            </a:r>
          </a:p>
          <a:p>
            <a:pPr>
              <a:spcBef>
                <a:spcPts val="400"/>
              </a:spcBef>
              <a:defRPr sz="1800" b="0">
                <a:solidFill>
                  <a:srgbClr val="94A3B8"/>
                </a:solidFill>
              </a:defRPr>
            </a:pPr>
            <a:r>
              <a:t>  [Name] → [Role]  |  [Name] → [Role]  |  [Name] → [Role]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Team [NUMBER] — MediCare Clinic QA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